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550703d764629" /><Relationship Type="http://schemas.openxmlformats.org/officeDocument/2006/relationships/extended-properties" Target="/docProps/app.xml" Id="Rc231707637524c74" /><Relationship Type="http://schemas.openxmlformats.org/officeDocument/2006/relationships/officeDocument" Target="/ppt/presentation.xml" Id="Rdd883d13ef0647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cdffb33fda4eb5"/>
  </p:sldMasterIdLst>
  <p:notesMasterIdLst>
    <p:notesMasterId xmlns:r="http://schemas.openxmlformats.org/officeDocument/2006/relationships" r:id="R969f1f0bb7434f22"/>
  </p:notesMasterIdLst>
  <p:sldIdLst>
    <p:sldId xmlns:r="http://schemas.openxmlformats.org/officeDocument/2006/relationships" id="256" r:id="Rf8e7dfae37b14c1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88826d5a984751" /><Relationship Type="http://schemas.openxmlformats.org/officeDocument/2006/relationships/slideMaster" Target="/ppt/slideMasters/slideMaster1.xml" Id="Rc2cdffb33fda4eb5" /><Relationship Type="http://schemas.openxmlformats.org/officeDocument/2006/relationships/notesMaster" Target="/ppt/notesMasters/notesMaster1.xml" Id="R969f1f0bb7434f22" /><Relationship Type="http://schemas.openxmlformats.org/officeDocument/2006/relationships/presProps" Target="/ppt/presProps.xml" Id="R9a2727ce40f44880" /><Relationship Type="http://schemas.openxmlformats.org/officeDocument/2006/relationships/tableStyles" Target="/ppt/tableStyles.xml" Id="Rc259bbabe91747d0" /><Relationship Type="http://schemas.openxmlformats.org/officeDocument/2006/relationships/slide" Target="/ppt/slides/slide1.xml" Id="Rf8e7dfae37b1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af310c8e68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1ea64024a49e2" /><Relationship Type="http://schemas.openxmlformats.org/officeDocument/2006/relationships/notesMaster" Target="/ppt/notesMasters/notesMaster1.xml" Id="R9677d4ed907640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1748da76c4a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3022383d524a7c" /><Relationship Type="http://schemas.openxmlformats.org/officeDocument/2006/relationships/slideLayout" Target="/ppt/slideLayouts/slideLayout1.xml" Id="R89c701196e0e4e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c701196e0e4e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93fc40f7b4d65" /><Relationship Type="http://schemas.openxmlformats.org/officeDocument/2006/relationships/image" Target="/ppt/media/image.png" Id="R94ce182af0b44e9a" /><Relationship Type="http://schemas.openxmlformats.org/officeDocument/2006/relationships/image" Target="/ppt/media/image.jpeg" Id="Recafbdbfe62444dc" /><Relationship Type="http://schemas.openxmlformats.org/officeDocument/2006/relationships/image" Target="/ppt/media/image2.png" Id="R5a6ee30da9de45a0" /><Relationship Type="http://schemas.openxmlformats.org/officeDocument/2006/relationships/notesSlide" Target="/ppt/notesSlides/notesSlide1.xml" Id="Re6c338fd883243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EE8CDD-1DF3-40E6-BAE9-DAE080B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182af0b44e9a"/>
          <a:stretch xmlns:a="http://schemas.openxmlformats.org/drawingml/2006/main"/>
        </p:blipFill>
        <p:spPr>
          <a:xfrm xmlns:a="http://schemas.openxmlformats.org/drawingml/2006/main">
            <a:off x="495300" y="361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4717B-13A5-4318-B0C0-EE7353B3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Aluguel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49B0E-06BC-4453-A1A6-66AD7412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63C"/>
                </a:solidFill>
              </a:defRPr>
            </a:pPr>
            <a:r>
              <a:rPr sz="750" b="1">
                <a:solidFill>
                  <a:srgbClr val="B8863C"/>
                </a:solidFill>
              </a:rPr>
              <a:t>GESTÃO DE ALUGUÉIS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5BF23-21AE-4584-9FCA-7117187C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Seus aluguéis sob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C7843-C3CE-441E-BC4A-49B62827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863C"/>
                </a:solidFill>
              </a:defRPr>
            </a:pPr>
            <a:r>
              <a:rPr sz="2325" b="1">
                <a:solidFill>
                  <a:srgbClr val="B8863C"/>
                </a:solidFill>
              </a:rPr>
              <a:t>Sem planilhas espalhadas.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894EC-08B9-4940-9699-C566654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6572250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48D3A-3712-4C76-AF22-F89F1FD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657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64981-51A4-4C73-9051-E9A32B06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CFCDF-7381-4E53-8B01-1FAA6A2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4701A-4E3F-4040-B068-6118089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8E622-32D8-450F-9ED4-29101AF2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fbdbfe62444dc"/>
          <a:srcRect xmlns:a="http://schemas.openxmlformats.org/drawingml/2006/main" l="0" t="7007" r="0" b="7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562225"/>
            <a:ext cx="6534150" cy="3162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A7BC2-9D9D-4FE0-82AC-1EBD676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20383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4833C-7E8A-46AB-963B-518BD57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62650"/>
            <a:ext cx="20383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5D484-0CF8-4F29-8ACD-236D5193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62650"/>
            <a:ext cx="20383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A9C29-03FF-49D8-BBF0-953143E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22A"/>
                </a:solidFill>
              </a:defRPr>
            </a:pPr>
            <a:r>
              <a:rPr sz="1425" b="1">
                <a:solidFill>
                  <a:srgbClr val="14322A"/>
                </a:solidFill>
              </a:rPr>
              <a:t>Veja o mês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BB3B4-6CD2-4DFA-B091-3489BCDA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63"/>
                </a:solidFill>
              </a:defRPr>
            </a:pPr>
            <a:r>
              <a:rPr sz="975" b="0">
                <a:solidFill>
                  <a:srgbClr val="5C6B63"/>
                </a:solidFill>
              </a:rPr>
              <a:t>Previsto, recebido, pendências e ocupação.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37FD9-BB24-42E3-91A5-5792D90E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722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22A"/>
                </a:solidFill>
              </a:defRPr>
            </a:pPr>
            <a:r>
              <a:rPr sz="1425" b="1">
                <a:solidFill>
                  <a:srgbClr val="14322A"/>
                </a:solidFill>
              </a:rPr>
              <a:t>Centralize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A6244-5136-413C-AE1F-C0FFC124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34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63"/>
                </a:solidFill>
              </a:defRPr>
            </a:pPr>
            <a:r>
              <a:rPr sz="975" b="0">
                <a:solidFill>
                  <a:srgbClr val="5C6B63"/>
                </a:solidFill>
              </a:rPr>
              <a:t>Imóvel, contrato, pagamentos e documentos.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7F7B2-004E-4F24-B4D2-60006D84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722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22A"/>
                </a:solidFill>
              </a:defRPr>
            </a:pPr>
            <a:r>
              <a:rPr sz="1425" b="1">
                <a:solidFill>
                  <a:srgbClr val="14322A"/>
                </a:solidFill>
              </a:rPr>
              <a:t>Compartilhe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F3F7A-4123-4C65-B963-8824D7AB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5341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63"/>
                </a:solidFill>
              </a:defRPr>
            </a:pPr>
            <a:r>
              <a:rPr sz="975" b="0">
                <a:solidFill>
                  <a:srgbClr val="5C6B63"/>
                </a:solidFill>
              </a:rPr>
              <a:t>Cobrança assistida e portal do inquilino.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70C5A-FBE1-486E-A5D1-90893B0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O que está incluído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EB3A0-0DDD-4C13-8B88-97FDF2A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962900"/>
            <a:ext cx="3162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EAEB4-3066-4479-9978-F823510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58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322A"/>
                </a:solidFill>
              </a:defRPr>
            </a:pPr>
            <a:r>
              <a:rPr sz="975" b="1">
                <a:solidFill>
                  <a:srgbClr val="14322A"/>
                </a:solidFill>
              </a:rPr>
              <a:t>✓  Imóveis e inquilinos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20218-99C7-4FDB-BA16-1AA494CC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7962900"/>
            <a:ext cx="3162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A7DD5-3BA8-41DB-BB44-E556A7C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058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322A"/>
                </a:solidFill>
              </a:defRPr>
            </a:pPr>
            <a:r>
              <a:rPr sz="975" b="0">
                <a:solidFill>
                  <a:srgbClr val="14322A"/>
                </a:solidFill>
              </a:rPr>
              <a:t>✓  Contratos e recebimentos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9BBA6-6B2B-4268-A1B9-134D1BF8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01050"/>
            <a:ext cx="3162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64AE0-7A43-44D4-87E0-4BBE4878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49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322A"/>
                </a:solidFill>
              </a:defRPr>
            </a:pPr>
            <a:r>
              <a:rPr sz="975" b="0">
                <a:solidFill>
                  <a:srgbClr val="14322A"/>
                </a:solidFill>
              </a:rPr>
              <a:t>✓  Energia e despesas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AE9F4-3154-40B9-8BF3-BCC99C0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8401050"/>
            <a:ext cx="3162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96991-54ED-45D6-AAE0-2E31EA6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49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322A"/>
                </a:solidFill>
              </a:defRPr>
            </a:pPr>
            <a:r>
              <a:rPr sz="975" b="0">
                <a:solidFill>
                  <a:srgbClr val="14322A"/>
                </a:solidFill>
              </a:rPr>
              <a:t>✓  Interessados e catálogo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3D282C-511B-4AF3-A6B2-86EAE392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39200"/>
            <a:ext cx="3162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79253-CDE8-42B6-A1D6-4FFCA8B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34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322A"/>
                </a:solidFill>
              </a:defRPr>
            </a:pPr>
            <a:r>
              <a:rPr sz="975" b="0">
                <a:solidFill>
                  <a:srgbClr val="14322A"/>
                </a:solidFill>
              </a:rPr>
              <a:t>✓  Relatórios e recibos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385D5-7844-41B2-ACD8-5963D18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8839200"/>
            <a:ext cx="3162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A1A73-D51F-4ED3-9058-E6C40C07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934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322A"/>
                </a:solidFill>
              </a:defRPr>
            </a:pPr>
            <a:r>
              <a:rPr sz="975" b="0">
                <a:solidFill>
                  <a:srgbClr val="14322A"/>
                </a:solidFill>
              </a:rPr>
              <a:t>✓  Portal e documentos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F81255-AFA2-408B-8C2C-EDBAFB3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0225"/>
            <a:ext cx="657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856D95-BCDB-4FC7-8059-2D6C1C5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91675"/>
            <a:ext cx="423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Grátis: 1 imóvel • Básico: 3 • Premium: 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04CF0-308E-48E2-9785-BE67699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15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CC3"/>
                </a:solidFill>
              </a:defRPr>
            </a:pPr>
            <a:r>
              <a:rPr sz="900" b="0">
                <a:solidFill>
                  <a:srgbClr val="B9CCC3"/>
                </a:solidFill>
              </a:rPr>
              <a:t>Valores dos planos pagos sob consulta.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e30da9de45a0"/>
          <a:stretch xmlns:a="http://schemas.openxmlformats.org/drawingml/2006/main"/>
        </p:blipFill>
        <p:spPr>
          <a:xfrm xmlns:a="http://schemas.openxmlformats.org/drawingml/2006/main">
            <a:off x="6153150" y="9505950"/>
            <a:ext cx="733425" cy="73342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9F5FC1-23FD-4AA9-A122-F812A0AA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0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63"/>
                </a:solidFill>
              </a:defRPr>
            </a:pPr>
            <a:r>
              <a:rPr sz="900" b="1">
                <a:solidFill>
                  <a:srgbClr val="5C6B63"/>
                </a:solidFill>
              </a:rPr>
              <a:t>andertonaluguel@gmail.com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8711A4-E1EC-45C0-A46B-1E6EE187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4013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3A099"/>
                </a:solidFill>
              </a:defRPr>
            </a:pPr>
            <a:r>
              <a:rPr sz="675" b="1">
                <a:solidFill>
                  <a:srgbClr val="93A099"/>
                </a:solidFill>
              </a:rPr>
              <a:t>22/07/2026 • produto real,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892178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2026-07-25T19:50:29.2660000Z</dcterms:created>
  <dcterms:modified xsi:type="dcterms:W3CDTF">2026-07-25T19:50:29.2660000Z</dcterms:modified>
</coreProperties>
</file>